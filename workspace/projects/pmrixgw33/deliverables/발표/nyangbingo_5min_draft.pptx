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(20초) 낮에는 못 나갑니다. 태양이 100일 뒤 세상을 태우거든요. 밤이 유일한 시간입니다. 고양이 서리발톱이 조선의 얼음 창고, 석빙고를 지어 여름을 이기는 게임 — 100일의 냥빙고입니다.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(40초) 핵심 반전 하나만 기억해 주세요. 낮에는 지상에 못 나갑니다. 그래서 낮은 지하 채굴, 밤은 지상 방어로 공간이 갈립니다. 테라리아 차용은 먼저 인정하고, 무엇을 바꿨는지 3가지로 말씀드립니다.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(40초) 하루는 실시간 24분입니다. 30일 안에 석빙고 온도 100%를 만들면 데모 엔딩. 죽음은 끝이 아니라 그 밤의 방어 공백이 비용입니다 — 기한형 게임이라 긴장이 달력에서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(40초) 요괴는 전부 한국 전승입니다. 불가사리는 쇠를 먹고, 야광귀는 신발을 훔칩니다. 오늘 추가한 중간보스 객귀는 백중날 — 죽은 넋이 풀려나는 실제 세시풍속의 밤 — 에 잡귀 떼를 이끌고 옵니다. 도감 출처는 실제 전승만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(90초) 영상 재생. 포인트 미리 안내: 1) 부채로 도둑 떼를 체 쪽으로 모는 장면 2) 객귀 돌진 예고를 피하고 처치 3) 새벽 도주까지. 영상은 무편집 실플레이 원본입니다 — 빌드 확인 환영합니다.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(40초) 감으로 만들지 않았습니다. 보스 교전 300초는 계산으로 맞춘 값이고, 매일 밤 시간 예산을 전 구간 검산했습니다. 밸런스는 CSV라 코드 0줄로 바꾸고, 기계 검사가 문서 부패를 막습니다. 오늘 하루에만 여섯 번 확정—검증—전파를 돌렸습니다.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(30초) 석빙고는 조상들이 실제로 여름을 이긴 방법입니다. 저희는 그걸 고양이와 함께 게임으로 옮겼습니다. 30일 데모는 지금 엔딩까지 플레이됩니다.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Claude/vision-engine/vision-engine/workspace/projects/pmrixgw33/art/keyvisual-night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406640" cy="6858000"/>
          </a:xfrm>
          <a:prstGeom prst="rect">
            <a:avLst/>
          </a:prstGeom>
          <a:solidFill>
            <a:srgbClr val="1A1A24">
              <a:alpha val="7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01168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100일의 냥빙고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FE3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서리발톱 대작전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39776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100일 뒤 세상이 타버리기 전,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고양이가 조선의 얼음 창고 '석빙고'를 완성하는 2D 샌드박스 생존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54864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B5A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대구경북게임잼  ·  팀 냥빙고 (개발 2 · 아트 2 · 기획 1)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1475720" y="6263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85A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47572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6309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E3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0:00–0:20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뒤집힌 낮과 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테라리아의 밤은 난이도지만, 우리의 밤은 공간이다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5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  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2212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지하 전용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지상은 폭염 화염 — 나가면 탄다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3층 채굴: 흙·석탄 → 철·얼음 → 얼음강철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사다리: 작업대→화로→용광로→얼음 모루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94960" cy="3931920"/>
          </a:xfrm>
          <a:prstGeom prst="roundRect">
            <a:avLst>
              <a:gd name="adj" fmla="val 2093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 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60920" y="22128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지상 전용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요괴가 냉기를 훔치러 내습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채집·방어·보스전은 전부 실시간 밤 9분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빛의 스탯화 — 등불이 카운터·연료·시야를 겸함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5943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차용은 숨기지 않습니다 — 테라리아 문법 위에 낮밤 반전 · 기한형 승리 · 빛의 스탯화 3가지를 바꿨습니다.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475720" y="6263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85A30"/>
          </a:solidFill>
          <a:ln w="12700">
            <a:solidFill>
              <a:srgbClr val="1A1A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7572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309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0:20–1:00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24분, 마감 30일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죽어서 지는 게임이 아니라, 준비가 부족하면 지는 게임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2402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85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 15분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채굴·제작·건설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22402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9분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480560" y="32461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방어·채집·보스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92440" y="192024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2402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D-30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75320" y="32461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석빙고 온도 100% = 데모 엔딩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457200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승리 게이지 = 석빙고 온도계: 밀폐 구역 + 냉기원 + 모듈을 쌓아 온도를 낮춘다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 페널티는 '그 밤의 방어 공백' — 게임 오버 없음, 시계는 계속 흐른다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생존 루프: 자연 재생 + 캣닢(응급) · 체온은 얼음 조각 — 회복도 채집을 유도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475720" y="6263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85A30"/>
          </a:solidFill>
          <a:ln w="12700">
            <a:solidFill>
              <a:srgbClr val="1A1A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7572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309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1:00–1:40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민화에서 걸어나온 요괴들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도감 출처는 실제 전승만 — 확인 안 되면 '민간전승'으로 정직하게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391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방망이 도깨비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 두들기는 밤손님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87452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0391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불가사리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2628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쇠 먹는 탱커 — 전승 그대로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187452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0391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야광귀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2104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신발 훔치는 도둑 스웜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307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어둑시니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어둠에서 커지는 그림자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56616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37307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5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객귀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3767328"/>
            <a:ext cx="1005840" cy="310896"/>
          </a:xfrm>
          <a:prstGeom prst="rect">
            <a:avLst/>
          </a:prstGeom>
          <a:solidFill>
            <a:srgbClr val="D85A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확정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2628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백중날 떠도는 넋 — 중간보스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92440" y="356616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37307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강철이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30일차 최종 내습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5532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백중날 밤(15일차) = 한국식 블러드문 — 망혼일에 잡귀 12마리가 쏟아지고, 객귀가 무리를 이끕니다.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475720" y="6263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85A30"/>
          </a:solidFill>
          <a:ln w="12700">
            <a:solidFill>
              <a:srgbClr val="1A1A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7572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" y="6309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1:40–2:20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Claude/vision-engine/vision-engine/workspace/projects/pmrixgw33/art/keyvisual-bossfight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54480" y="1188720"/>
            <a:ext cx="9079992" cy="4206240"/>
          </a:xfrm>
          <a:prstGeom prst="roundRect">
            <a:avLst>
              <a:gd name="adj" fmla="val 2174"/>
            </a:avLst>
          </a:prstGeom>
          <a:solidFill>
            <a:srgbClr val="000000">
              <a:alpha val="70000"/>
            </a:srgbClr>
          </a:solidFill>
          <a:ln w="25400">
            <a:solidFill>
              <a:srgbClr val="7FE3C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554480" y="2743200"/>
            <a:ext cx="9079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실플레이 영상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554480" y="3657600"/>
            <a:ext cx="9079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E3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여기에 90초 무편집 플레이 영상 삽입 — 백중날 밤: 부채 몰이 → 객귀 처치 → 새벽 ]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02920" y="5760720"/>
            <a:ext cx="5669280" cy="402336"/>
          </a:xfrm>
          <a:prstGeom prst="rect">
            <a:avLst/>
          </a:prstGeom>
          <a:solidFill>
            <a:srgbClr val="1A1A24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규정 준수: 편집 연출 없음 · 실제 빌드 녹화 원본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1475720" y="6263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85A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309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E3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2:20–3:50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검증하며 만들었습니다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91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300초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154680" y="16916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'대장' 교전 시간 — 계산으로 맞춘 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46304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6916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66~98%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778240" y="16916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밤 시간 여유 — 전 구간 검산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4290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576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5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0줄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154680" y="36576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밸런스 패치에 필요한 코드 — CSV 데이터 주도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342900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5EFE2"/>
          </a:solidFill>
          <a:ln w="19050">
            <a:solidFill>
              <a:srgbClr val="1A1A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65760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통과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778240" y="365760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verify.py 기계 검사 — 고정점·참조·데드락 전 항목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55321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해커톤 당일에도 여섯 번 확정(v30→v32): 손맛 상향 · 중간보스 신설 · 회복 신설 — 전부 검증 후 반영, 문서로 전파.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75720" y="6263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85A30"/>
          </a:solidFill>
          <a:ln w="12700">
            <a:solidFill>
              <a:srgbClr val="1A1A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7572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309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3:50–4:30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Claude/vision-engine/vision-engine/workspace/projects/pmrixgw33/art/keyvisual-treasure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406640" cy="6858000"/>
          </a:xfrm>
          <a:prstGeom prst="rect">
            <a:avLst/>
          </a:prstGeom>
          <a:solidFill>
            <a:srgbClr val="1A1A24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210312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여름을 이기는 가장 오래된 방법,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석빙고를 짓는 것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지금: 30일 데모 — 엔딩까지 플레이 가능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31~50일 확장 설계·수치 확정 완료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8E4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정식: 100일의 완전한 여름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669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E3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냥빙고 — 감사합니다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1475720" y="6263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D85A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75720" y="6263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309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E3C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4:30–5:00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2026-07-23T13:23:09Z</dcterms:created>
  <dcterms:modified xsi:type="dcterms:W3CDTF">2026-07-23T13:23:09Z</dcterms:modified>
</cp:coreProperties>
</file>